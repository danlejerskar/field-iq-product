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_IQ_MASTER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POWERED BY GENESIS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 ·  Schema  ·  Phasing  ·  Roadmap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00888" y="51206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888" y="5120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44088" y="51206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4088" y="5120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Setup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7288" y="51206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7288" y="5120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30488" y="51206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30488" y="5120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Cowork  ·  for Dan Lejerskar, EON AI Ventures  ·  May 25,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Copilot for Industrial Field Workers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expert on every worker's shoulder — delivered through smart glasses, paired iPhone, and a supervisor console. Powered by Genesis.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743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743200"/>
            <a:ext cx="361188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3017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GLASSES + NEURAL BAND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3748" y="3337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Display HUD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3748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worker's surface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48" y="42062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calm voice in the ear. A reference image on the HUD. A haptic confirmation on the wrist. The AI proposes — the worker confirms.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9908" y="2743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9908" y="2743200"/>
            <a:ext cx="36118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4228" y="3017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OR IS TABLET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64228" y="3337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Field IQ App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4228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paired device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4228" y="42062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Mirrors every HUD card. Handles BLE pairing, content sync, offline cache, SSO. Becomes the worker's primary surface when glasses aren't appropriate.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0388" y="2743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0388" y="2743200"/>
            <a:ext cx="3611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4708" y="3017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· DESKTOP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04708" y="3337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Console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04708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supervisor's surface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04708" y="42062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active session, live. AI-watched. Alerts on risk. Replay any session, frame by frame, AI-narrated. Compliance pack one click away.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JOURNEYS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Journeys. Thirty-Three Steps. One Product.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Authored in Genesis. Run in Field IQ. Watched by Monitor.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Setup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· IT admin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971800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9718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steps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285292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Field IQ, pair Ray-Ban Display + Neural Band, connect to Genesis workspace, sync content offline.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Maya + Carlos · author + master tech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3840480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84048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72160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equipment, ingest 3D scan + SOP + master interview, Genesis AI assembles procedure draft, master technician refines by voice.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4572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Use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892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Joe · field worker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4709160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47091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steps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59028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up to equipment, AI recognises task, walk-through or stand-by mode, step-by-step guidance, pre-contact intervention, audit-ready proof.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486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17320" y="5440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7320" y="5760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 · process safety supervisor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5577840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55778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steps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545896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sessions across every site, AI assessment stream, hard alerts on risk, replay AI-narrated, per-worker competency, compliance export.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Steps.  Under 3 Seconds.  Every Job.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→ Think → Guide. The loop only works because it closes.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7432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743200"/>
            <a:ext cx="36118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3748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Worker invokes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3748" y="37673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Glasses capture frame + audio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48" y="405993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Phone forwards payload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9908" y="27432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9908" y="2743200"/>
            <a:ext cx="361188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4228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4228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Recognise equipment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64228" y="37673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Correlate to digital twin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4228" y="405993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 Look up procedure step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64228" y="435254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 Update session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64228" y="46451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 Check confidence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64228" y="4937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 Render media packet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388" y="27432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0388" y="2743200"/>
            <a:ext cx="361188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4708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4708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Phone repackages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04708" y="37673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Glasses deliver — HUD + voice + haptic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04708" y="405993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Verification photo closes the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becomes understanding.  Understanding becomes guidance.  Guidance creates proof.  Proof restarts the loop with better context.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Codebases. One Schema. One Source of Truth.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app imports types from @field-iq/schema. Drift is a compile error.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606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1E2A40"/>
          </a:solidFill>
          <a:ln w="9525">
            <a:solidFill>
              <a:srgbClr val="E07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@field-iq/schema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3063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 · Step · Session · AuditEvent · Confidence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9428" y="384048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428" y="3840480"/>
            <a:ext cx="3611880" cy="45720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748" y="40050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apps/ios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3748" y="42976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Swift / SwiftUI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748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Joe · Field Use + Setup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9908" y="384048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9908" y="3840480"/>
            <a:ext cx="3611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4228" y="40050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apps/monitor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64228" y="42976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+ SSE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64228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 · supervisor console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0388" y="384048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0388" y="3840480"/>
            <a:ext cx="3611880" cy="45720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4708" y="40050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apps/genesis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04708" y="42976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+ R3F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04708" y="4572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Maya + Carlos · content studio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5349240"/>
            <a:ext cx="7589520" cy="822960"/>
          </a:xfrm>
          <a:prstGeom prst="roundRect">
            <a:avLst>
              <a:gd name="adj" fmla="val 11111"/>
            </a:avLst>
          </a:prstGeom>
          <a:solidFill>
            <a:srgbClr val="1E2A40"/>
          </a:solidFill>
          <a:ln w="9525">
            <a:solidFill>
              <a:srgbClr val="5BA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5486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services/cloud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0" y="5806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API routes · Postgres (Neon) · Redis (Upstash) · AI pipeline orchestration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55368" y="3383280"/>
            <a:ext cx="0" cy="457200"/>
          </a:xfrm>
          <a:prstGeom prst="line">
            <a:avLst/>
          </a:prstGeom>
          <a:noFill/>
          <a:ln w="9525">
            <a:solidFill>
              <a:srgbClr val="2C385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095848" y="3383280"/>
            <a:ext cx="0" cy="457200"/>
          </a:xfrm>
          <a:prstGeom prst="line">
            <a:avLst/>
          </a:prstGeom>
          <a:noFill/>
          <a:ln w="9525">
            <a:solidFill>
              <a:srgbClr val="2C3853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936328" y="3383280"/>
            <a:ext cx="0" cy="457200"/>
          </a:xfrm>
          <a:prstGeom prst="line">
            <a:avLst/>
          </a:prstGeom>
          <a:noFill/>
          <a:ln w="9525">
            <a:solidFill>
              <a:srgbClr val="2C385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255368" y="5029200"/>
            <a:ext cx="0" cy="320040"/>
          </a:xfrm>
          <a:prstGeom prst="line">
            <a:avLst/>
          </a:prstGeom>
          <a:noFill/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5848" y="5029200"/>
            <a:ext cx="0" cy="320040"/>
          </a:xfrm>
          <a:prstGeom prst="line">
            <a:avLst/>
          </a:prstGeom>
          <a:noFill/>
          <a:ln w="9525">
            <a:solidFill>
              <a:srgbClr val="2C38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36328" y="5029200"/>
            <a:ext cx="0" cy="320040"/>
          </a:xfrm>
          <a:prstGeom prst="line">
            <a:avLst/>
          </a:prstGeom>
          <a:noFill/>
          <a:ln w="9525">
            <a:solidFill>
              <a:srgbClr val="2C3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SCHEMA  · 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 · Step · Interaction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Authored in Genesis, consumed by Field IQ. Every screen the worker sees maps to one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1E2A40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6903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Procedure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ProcedureId;                    // "loto-v204"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workspaceId: WorkspaceId;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version: string;                    // semver "2.7.1"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"draft" | "review" | "published";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                      // "LOTO V-204"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equipmentId: EquipmentId;           // "skd-104"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siteIds: SiteId[];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 Step[];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Step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StepId;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order: number;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                      // "Open breaker BR-04"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instruction: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targetComponentId: ComponentId;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interaction: Interaction;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safetyGate: SafetyGate;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expectedAfterState?: AssetRef;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verificationRule: VerificationRule;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confidenceThreshold: ConfidenceThreshold;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voiceCue?: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hapticPattern?: HapticPattern;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92440" y="256032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697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SHAPE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Every Step has a target component — the AI knows exactly what to look at.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Every Step has an expectedAfterState — the AI knows when the work is done.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Every Step has a confidenceThreshold — silent if high, prompt if low.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Every Step has a safetyGate — PPE, witness, or AI-verified-before-next.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5440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Procedures are versioned — Joe runs v2.7.1 while Maya edits v2.7.2.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SCHEMA  · 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· SessionEvent · AuditPack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by Field IQ, read by Monitor, exported for compliance.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1E2A40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6903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Session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SessionId;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workerId: WorkerId;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deviceId: DeviceId;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procedureId: ProcedureId;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procedureVersion: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startedAt: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completedAt?: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"active" | "completed"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 "aborted" | "supervisor-intervened";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mode: "walk-through" | "stand-by";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events: SessionEvent[];           // append-only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SessionEvent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StepStartedEvent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StepCompletedEvent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InterventionEvent      // wrong target, hazard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EscalationEvent        // notify supervisor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RecognitionEvent;      // CV / QR / NFC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92440" y="256032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697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SHAPE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Append-only event log — tamper-evident, replay-friendly.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Pinned procedure version — audit reproducibility.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Interventions are first-class — pre-contact safety, with latency captured.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Status machine is closed — Monitor never sees inconsistent state.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5440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AuditPack is a derivative — same events, regulator-formatted, signed.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· Surfaces · Journey Accents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Carried over from the frozen Vercel walkthrough. Mapped to Tailwind theme extensions.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B1424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#0B1424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2606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#152033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2606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E2A40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#1E2A40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2606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43047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#243047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2606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C385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#2C3853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921240" y="2606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5F1E8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2124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#F5F1E8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 ACCENTS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92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Setup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#5BA8D6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3160" y="489204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892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5486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#B284E6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0" y="489204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4892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Use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5486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#E07B47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489204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892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5486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46720" y="489204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892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5486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#F0B23A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921240" y="489204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21240" y="4892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21240" y="5486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#E0625C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at all weights · Calibri/Trebuchet fallback · tabular numerals for timecodes &amp; metrics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Phases.  Seven Months.  Two Customers in Pilot.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writes the spec for each phase. Claude Code executes. Dan reviews and unlocks.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770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7706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277063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refactor of the walkthrough + canonical schema package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652760" y="28163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52760" y="28163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4015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MVP + 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2–4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3383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Sara's console live with real Postgres + SSE + 87 mock sessions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22776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014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995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Setup +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39959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399592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Swift app, 7-step Setup, demo Field Use against Phase 1 cloud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35424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62686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626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6085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AI + Genesis Studio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11880" y="460857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460857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Vision + Realtime API + three.js Genesis Studio, end-to-end LOTO-V204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148072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5239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239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34440" y="52212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prep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11880" y="522122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522122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I, IECEx partner, Exxon SOW, pilot lead hired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5852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852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34440" y="58338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Exxon pilot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5833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5–7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58338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refinery, one procedure (LOTO-V204), 6–10 workers, 6–12 weeks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  ·  THIS WEEK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— the schema and the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refactor that makes everything downstream possible.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54864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WRITES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374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Master spec 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74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Phase 0 prompt 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74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README + workflow norm 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990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9908" y="2697480"/>
            <a:ext cx="3611880" cy="54864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422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6422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cd field-iq-product/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6422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Open Claude Code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6422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Paste Phase 0 prompt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422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Review when it lands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038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0388" y="2697480"/>
            <a:ext cx="3611880" cy="54864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470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EXECUTES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0470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pnpm workspaces scaffold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0470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@field-iq/schema types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0470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Next.js walkthrough app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0470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Port journey.json → typed 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04708" y="4937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12 template components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04708" y="5349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Smoke test all 49 slides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31720" y="5989320"/>
            <a:ext cx="9281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49 slides render in Next.js · schema package builds · production build green · smoke test passes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 ·  WEEKS 2–4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MVP + Cloud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Sara's console becomes real software with real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54864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WRITES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374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Monitor companion spec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74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API contracts (every endpoint)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74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Session/Step state machines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74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SSE protocol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748" y="4937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Phase 1 prompt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990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9908" y="2697480"/>
            <a:ext cx="3611880" cy="54864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422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6422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Neon Postgres signup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422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Upstash Redis signup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6422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Vercel monitor project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6422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Pick auth (Clerk recommended)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038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0388" y="2697480"/>
            <a:ext cx="3611880" cy="54864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470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EXECUTES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470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apps/monitor/ Next.js console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0470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services/cloud/ API routes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0470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Postgres schema + migrations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0470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Seed 87 mock sessions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04708" y="4937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SSE live feed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04708" y="5349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Recharts analytics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31720" y="5989320"/>
            <a:ext cx="9281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deploys to Vercel · Sara's 7 steps work end-to-end · mock events stream in real time · audit pack exports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 ·  MONTH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Setup + Demo Field Use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Priya's seven steps on a real iPhone. Demo Field Use against Phase 1 cloud.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54864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WRITES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374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iOS companion spec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74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Swift architecture + DI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74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BLE hardware spec (stubs)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74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Phase 2 prompt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8990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9908" y="2697480"/>
            <a:ext cx="3611880" cy="54864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422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6422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Apple Developer (org)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6422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Senior Swift contractor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422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TestFlight strategy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6422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Decide: Sign in with Apple + Okta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038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0388" y="2697480"/>
            <a:ext cx="3611880" cy="54864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470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EXECUTES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0470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Xcode project + SwiftUI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0470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7-step Setup flow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0470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SSO + workspace connect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0470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Offline cache (GRDB)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04708" y="4937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30-sec self-test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04708" y="5349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Demo Field Use loop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31720" y="5989320"/>
            <a:ext cx="9281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TestFlight build on a real iPhone · Priya's 7 steps run · demo Field Use generates real events visible in Monitor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 ·  MONTH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AI + Genesis Content Studio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Maya authors LOTO-V204. Joe runs it. The 3-second loop is real and measured.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54864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WRITES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374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pipeline spec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74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Genesis Studio spec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74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Latency budget per stage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74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Phase 3 prompt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8990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9908" y="2697480"/>
            <a:ext cx="3611880" cy="54864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422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6422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Anthropic enterprise tier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6422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OpenAI Realtime API access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422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ElevenLabs fallback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6422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CV model decision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038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0388" y="2697480"/>
            <a:ext cx="3611880" cy="54864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470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EXECUTES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0470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apps/genesis/ R3F + Next.js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04708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Asset import pipeline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04708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9-layer AI assembly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04708" y="4526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Conversational refinement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04708" y="4937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services/ai/ pipeline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04708" y="5349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iOS real recognition + voice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31720" y="5989320"/>
            <a:ext cx="9281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Maya authors LOTO-V204 in &lt;4h · Joe runs it via Field IQ with real AI · 3-sec loop measured and met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PHASES 4 – 6  ·  PILOT TO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Engineering Done to a Real Customer Shipping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73152" cy="1188720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87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prep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25877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 ·  Safety &amp; compliance spec · Security model · Pilot playbook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 ·  SOC 2 Type I firm engaged · IECEx partner contracted · Exxon SOW signed · pilot lead hired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264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 ·  Bridge to a real customer is built.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76472"/>
            <a:ext cx="73152" cy="1188720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95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1422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Exxon 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53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5–7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38953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 ·  Exxon pilot brief (co-authored) · weekly status · edge-case reports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4233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 ·  On-site at Exxon · daily standups · telemetry review · procedure refinements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 ·  Defined incident-reduction + adoption metrics met. Audit pack accepted.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084064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84064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029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54498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8613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7+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520293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 ·  Second-customer pilot brief · production runbook · SLO contracts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554126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 ·  Second customer signed · multi-site at Exxon · production observability · hiring (full-time iOS, backend, CV/ML, CS #2)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5879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 ·  Second customer in pilot. The pilot motion is now a repeatable playbook.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CRITICAL-PATH DEPENDENCIES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Block Us If We Don't Start in Parallel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long-poles — manage them from day one, not from the day they block.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54864" cy="420624"/>
          </a:xfrm>
          <a:prstGeom prst="rect">
            <a:avLst/>
          </a:prstGeom>
          <a:solidFill>
            <a:srgbClr val="E0625C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Ray-Ban Display SDK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demo · Phase 5 pilot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outreach to Meta partnership. Start this week.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72384"/>
            <a:ext cx="54864" cy="420624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181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Developer Program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1181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31181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 EON AI Ventures as organization in Phase 1.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38728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enterprise 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584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3584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to your AE. Likely already in place.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05072"/>
            <a:ext cx="54864" cy="420624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50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Realtime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4050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now — beta-gated, lead time matters.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471416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71416"/>
            <a:ext cx="54864" cy="420624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171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Exxon partnership formalized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5171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45171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track — pilot SOW signed by end of Phase 4.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937760"/>
            <a:ext cx="54864" cy="420624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83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 auditor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4983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 Vanta / Drata / Secureframe in Phase 3.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404104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404104"/>
            <a:ext cx="54864" cy="420624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498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IECEx / ATEX certification partner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54498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89520" y="54498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Aegex or Xciel — engage in Phase 3.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870448"/>
            <a:ext cx="11064240" cy="420624"/>
          </a:xfrm>
          <a:prstGeom prst="roundRect">
            <a:avLst>
              <a:gd name="adj" fmla="val 2173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870448"/>
            <a:ext cx="54864" cy="420624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916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Swift iOS contractor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5916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5916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sourcing in Phase 1.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Decisions This Week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 the next month of work. Each is small. Together they ship the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8346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Phase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or tomorrow. Open Claude Code in field-iq-product/. Paste the Phase 0 prompt. Ship the foundation.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55480" y="288036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5548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TODAY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5661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auth provider for Phase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Clerk (recommended — opinionated, fast) vs Auth.js (more control). One Slack message to your team.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55480" y="361188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29768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 for Neon Postgres + Upstash Redis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free tiers. Five minutes each. Unblocks Phase 1.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55480" y="43434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502920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0625C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4983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the Meta conversation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257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Display SDK access is the longest-pole dependency for Phase 3. Reach out this week.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55480" y="507492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57607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760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80160" y="5715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Developer Program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989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 EON AI Ventures as organization (not personal). One form, $99/year.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555480" y="580644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5806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= Brain.  Claude Code = Hands.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ecosystem. Tighter loop. No fidelity loss between providers.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3748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 · ARCHITECT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3748" y="38404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specs · generates prompts · reviews code · makes design decisions · produces customer artifacts.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3748" y="5303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Cowork app — desktop conversation with Dan.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990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9908" y="2697480"/>
            <a:ext cx="361188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4228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64228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· EXECUTION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64228" y="38404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prompts inside the repo: writes files · runs pnpm/npm · runs tests · runs dev servers · commits.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4228" y="5303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— claude CLI inside field-iq-product/.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0388" y="26974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0388" y="2697480"/>
            <a:ext cx="36118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4708" y="2971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UI Reference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04708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SPEC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04708" y="38404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Vercel walkthrough. Read it, don't modify it. The visual contract for everything we build.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04708" y="5303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field-iq-walkthrough.vercel.app · ../4b Code Html .../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  ·  Cowork writes a prompt MD file → Dan opens Claude Code → Claude Code executes and commits → Dan reviews with Cowork → Cowork writes the next prompt.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PRODUCT SPECIFICATION   · 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IQ — Product Specification</dc:title>
  <dc:subject>PptxGenJS Presentation</dc:subject>
  <dc:creator>Claude Cowork · EON AI Ventures</dc:creator>
  <cp:lastModifiedBy>Claude Cowork · EON AI Ventures</cp:lastModifiedBy>
  <cp:revision>1</cp:revision>
  <dcterms:created xsi:type="dcterms:W3CDTF">2026-05-26T00:22:43Z</dcterms:created>
  <dcterms:modified xsi:type="dcterms:W3CDTF">2026-05-26T00:22:43Z</dcterms:modified>
</cp:coreProperties>
</file>