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S_MASTER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0876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POWERED BY GENESIS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 on Meta Ray-Ban Display  ·  Why everything we promise is buildable today.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3848" y="530352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3848" y="5303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Display + Neural Band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2808" y="530352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2808" y="5303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125 · May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41768" y="530352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52033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1768" y="5303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Apps + DAT SDK (preview)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Cowork  ·  for Dan Lejerskar, EON AI Ventures  ·  May 25,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of the Field IQ Loop Is Feasible Today.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research project. The hardware ships. The SDKs are released. Hobbyists are already building chess and YouTube on these glasses. We build LOTO-V204.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4000" y="27432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4000" y="2743200"/>
            <a:ext cx="26974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8320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3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8320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shipping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8320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Ray-Ban Display + Neural Band on retail shelves. 12 MP camera, open-ear speakers, in-lens HUD, ~8h battery. The form factor is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6072" y="27432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6072" y="2743200"/>
            <a:ext cx="269748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0392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0392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90392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SDKs released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0392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Apps SDK + Device Access Toolkit SDK in developer preview. Neural gestures, GPS, motion, camera, display — all addressable.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8144" y="27432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8144" y="2743200"/>
            <a:ext cx="269748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2464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2464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52464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125 (May 2026)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52464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recording, captions, voice nav, group video calls, neural handwriting. Every feature we need was just announced.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0216" y="27432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40216" y="274320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14536" y="3017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14536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14536" y="36576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evidence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14536" y="4160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playback, Super Mario, chess, aviation tools, transit nav — built by hobbyists in days. We have a team and months.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verification of each claim follows on the next 14 slides.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Display + Neural Band + Paired iPhone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Consumer-grade hardware at scale. Available retail. No vaporware.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Display Glasses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3748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In-lens monocular HUD (~600×600)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3748" y="39502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12 MP front-facing camera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48" y="43342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Open-ear directional speakers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3748" y="471830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5 microphones with beamforming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3748" y="5102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~8h battery, charging case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3748" y="5486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32 GB on-device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89908" y="269748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9908" y="2697480"/>
            <a:ext cx="361188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4228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Neural Band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64228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Wrist-worn EMG sensing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64228" y="39502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Pinch / swipe / handwriting gestures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64228" y="43342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Discreet under PPE / gloves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4228" y="471830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Haptic confirmation pulses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64228" y="5102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Multi-day battery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64228" y="5486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Bluetooth to glasses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0388" y="269748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0388" y="2697480"/>
            <a:ext cx="36118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4708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Paired iPhone (or IS Tablet)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04708" y="3566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BLE link to glasses + band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04708" y="39502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Cellular / Wi-Fi uplink to cloud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04708" y="43342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Local content cache (offline)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04708" y="471830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SSO + workspace identity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04708" y="5102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Field IQ Setup app target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04708" y="5486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Existing Meta AI app today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devices are on the same Bluetooth piconet — pairing is consumer-stable, latency is sub-50ms within the personal area network.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META RELEASED — MAY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125 + Two Developer SDKs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release that changed the game. We aren't asking Meta to build anything new for 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125 — RELEASED MAY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User-facing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Neural handwriting on iOS (cross-app text input)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Display recording (POV + in-display capture)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Captions for phone calls (live speech-to-text)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Expanded maps + voice-guided navigation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WhatsApp group video calls with POV camera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Meta AI timer + visible in HUD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Contact search + AI history / home screen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7607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Sports / birthdays / app widgets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69748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34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SDKs — RELEASED MAY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parallel SDKs, developer preview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Apps SDK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run custom web apps on the display. Access: neural gestures, GPS, motion + orientation, camera, microphone.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Access Toolkit (DAT) SDK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846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Apple / Android apps directly into the Ray-Ban Display. Pair native iOS app + glasses HUD without a separate web layer.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5623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via QR code in the Meta AI app's App Connections panel — 60 seconds from QR scan to live app on the worker's HUD.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IQ's 11-Step Loop, Mapped to Meta SDK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step. Every channel. Every API. Every check mark is a feature Meta ships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73152" cy="310896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4261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264261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64261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invokes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2642616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Neural gesture (pinch) · Voice wake · Meta AI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35224"/>
            <a:ext cx="73152" cy="310896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9718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2971800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97180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Glasses capture frame + audio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2971800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Web Apps SDK · camera + mic access · 12 MP still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64408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64408"/>
            <a:ext cx="73152" cy="310896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30098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330098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300984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forwards payload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3300984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BLE → iPhone → cellular · standard web fetch from 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593592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93592"/>
            <a:ext cx="73152" cy="310896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3016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3630168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3630168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equipment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06440" y="3630168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Field IQ Cloud · Claude Vision or fine-tuned CV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922776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922776"/>
            <a:ext cx="73152" cy="310896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9593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3959352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959352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to digital twin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06440" y="3959352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Field IQ Cloud · Genesis 3D model + PnP pose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251960"/>
            <a:ext cx="73152" cy="310896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28853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0240" y="428853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428853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up procedure step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06440" y="4288536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Field IQ Cloud · procedure registry (typed)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581144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581144"/>
            <a:ext cx="73152" cy="310896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461772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20240" y="4617720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14600" y="461772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session state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06440" y="4617720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Field IQ Cloud · Postgres event log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910328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4910328"/>
            <a:ext cx="73152" cy="310896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494690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920240" y="494690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514600" y="4946904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confidence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806440" y="4946904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Field IQ Cloud · ConfidenceThreshold rule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239512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239512"/>
            <a:ext cx="73152" cy="310896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" y="52760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920240" y="5276088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514600" y="5276088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media packet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806440" y="5276088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Field IQ Cloud · pre-rendered asset selection from Genesis lib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5568696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5568696"/>
            <a:ext cx="73152" cy="310896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" y="560527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920240" y="5605272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514600" y="5605272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repackages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806440" y="5605272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iPhone DAT SDK · routes packet over BLE to glasses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48640" y="5897880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" y="5897880"/>
            <a:ext cx="73152" cy="310896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9808" y="593445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920240" y="593445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514600" y="593445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Glasses deliver — HUD + voice + haptic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806440" y="5934456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Web Apps SDK display + open-ear speakers + Neural Band haptic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6227064"/>
            <a:ext cx="11064240" cy="310896"/>
          </a:xfrm>
          <a:prstGeom prst="roundRect">
            <a:avLst>
              <a:gd name="adj" fmla="val 29412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" y="6227064"/>
            <a:ext cx="73152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" y="626364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920240" y="6263640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514600" y="626364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photo closes loop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806440" y="6263640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Web Apps SDK camera · auto-photo match in Cloud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48640" y="66934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Field IQ requirement maps to a shipped Meta capability or a standard cloud service.  No new hardware. No vaporware.  No bets.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CONTEXTUAL ANIMATION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Genesis Digital Twin → Right Asset → Right Perspective → HUD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worker's photo of valve V-204 becomes a precise step animation, rendered from their perspective, in under 3 seconds.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9992" y="260604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9992" y="2606040"/>
            <a:ext cx="219456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2872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72872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2872" y="388620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Worker's glasses capture a still frame of the equipment in current state.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5400000">
            <a:off x="2602840" y="4069080"/>
            <a:ext cx="73152" cy="182880"/>
          </a:xfrm>
          <a:prstGeom prst="rightTriangle">
            <a:avLst/>
          </a:prstGeom>
          <a:solidFill>
            <a:srgbClr val="2C3853"/>
          </a:solidFill>
          <a:ln w="12700">
            <a:solidFill>
              <a:srgbClr val="2C3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4280" y="260604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4280" y="2606040"/>
            <a:ext cx="219456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716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7716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+ POSE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77160" y="388620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identifies V-204 on skid SKD-104. Solves PnP to estimate camera angle relative to digital twin.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5400000">
            <a:off x="4907128" y="4069080"/>
            <a:ext cx="73152" cy="182880"/>
          </a:xfrm>
          <a:prstGeom prst="rightTriangle">
            <a:avLst/>
          </a:prstGeom>
          <a:solidFill>
            <a:srgbClr val="2C3853"/>
          </a:solidFill>
          <a:ln w="12700">
            <a:solidFill>
              <a:srgbClr val="2C38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8568" y="260604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8568" y="2606040"/>
            <a:ext cx="219456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1448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181448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81448" y="388620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 says worker is on step 5 ("Rotate handle 90° CCW"). Procedure step has expected interaction.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7211416" y="4069080"/>
            <a:ext cx="73152" cy="182880"/>
          </a:xfrm>
          <a:prstGeom prst="rightTriangle">
            <a:avLst/>
          </a:prstGeom>
          <a:solidFill>
            <a:srgbClr val="2C3853"/>
          </a:solidFill>
          <a:ln w="12700">
            <a:solidFill>
              <a:srgbClr val="2C38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2856" y="260604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2856" y="2606040"/>
            <a:ext cx="219456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5736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85736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SELECTION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85736" y="388620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Genesis pre-rendered library has step 5's animation from ~24 viewing angles. Cloud picks the nearest match (~15° tolerance).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5400000">
            <a:off x="9515704" y="4069080"/>
            <a:ext cx="73152" cy="182880"/>
          </a:xfrm>
          <a:prstGeom prst="rightTriangle">
            <a:avLst/>
          </a:prstGeom>
          <a:solidFill>
            <a:srgbClr val="2C3853"/>
          </a:solidFill>
          <a:ln w="12700">
            <a:solidFill>
              <a:srgbClr val="2C38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7144" y="2606040"/>
            <a:ext cx="2194560" cy="3108960"/>
          </a:xfrm>
          <a:prstGeom prst="roundRect">
            <a:avLst>
              <a:gd name="adj" fmla="val 416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7144" y="2606040"/>
            <a:ext cx="219456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90024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790024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90024" y="388620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(still / GIF / 3-sec clip) sent to phone, routed to glasses HUD. Voice cue plays. Haptic confirms.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2A40"/>
          </a:solidFill>
          <a:ln w="9525">
            <a:solidFill>
              <a:srgbClr val="B284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works: Genesis already produces these per-step assets during Training Setup (Maya + Carlos's job). At runtime we select, we don't render. Selection is sub-100ms. The 3-second loop holds.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Pre-Rendered at Authoring Time. Selected at Runtime.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 work happens once, in Genesis Studio, by Maya. Field IQ doesn't render — it picks.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3728" y="265176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728" y="2651760"/>
            <a:ext cx="539496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48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AUTHORING TIME  ·  GENESIS STUDIO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8048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 once per procedure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8048" y="361188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Maya picks equipment (SKD-104) — loads 3D scan from library.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8048" y="39593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Imports SOP + captures master technician interview (Carlos).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8048" y="430682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Genesis 9-layer AI assembles a 12-step procedure draft.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8048" y="465429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For each step, Genesis renders the after-state from ~24 viewing angles.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8048" y="500176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angle is exported as a still / GIF / 3-sec clip.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8048" y="534924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Carlos refines via voice ("make the smoke bigger"). Genesis re-renders.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8048" y="56967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Maya publishes. ~5 GB asset library lands in the procedure manifest.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265176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3008" y="2651760"/>
            <a:ext cx="539496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 ·  FIELD IQ CLOUD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7328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 every step, every session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07328" y="361188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Worker's frame arrives. CV recognises V-204 in ~400ms.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07328" y="39593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PnP solves camera pose relative to digital twin in ~150ms.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7328" y="430682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Session state: "Joe is on step 5."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07328" y="465429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Lookup: step 5's asset library has 24 viewpoint variants.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07328" y="500176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Pick the nearest match by camera angle. ~50ms key-value read.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07328" y="534924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Stream asset back to phone over cellular (~200ms for 800KB).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07328" y="56967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Phone routes to glasses HUD via BLE (~80ms).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 problem (perfect step animation, perfect lighting, perfect angle) is solved offline by Genesis. The EASY problem (pick + deliver) happens at runtime.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3-SECOND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→ Cloud → HUD. Budgeted.  Achievable.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standard for safety-critical UX is sub-2-second response. Our 3-second budget includes a 50% safety margin.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capture (glasses)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31920" y="26974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 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2770632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2770632"/>
            <a:ext cx="1865376" cy="164592"/>
          </a:xfrm>
          <a:prstGeom prst="roundRect">
            <a:avLst>
              <a:gd name="adj" fmla="val 27778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 glasses → phone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0" y="30358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108960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108960"/>
            <a:ext cx="1243584" cy="164592"/>
          </a:xfrm>
          <a:prstGeom prst="roundRect">
            <a:avLst>
              <a:gd name="adj" fmla="val 27778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74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Cellular phone → cloud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31920" y="33741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447288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447288"/>
            <a:ext cx="3886200" cy="164592"/>
          </a:xfrm>
          <a:prstGeom prst="roundRect">
            <a:avLst>
              <a:gd name="adj" fmla="val 27778"/>
            </a:avLst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124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recognition (Vision)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37124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85616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785616"/>
            <a:ext cx="6217920" cy="164592"/>
          </a:xfrm>
          <a:prstGeom prst="roundRect">
            <a:avLst>
              <a:gd name="adj" fmla="val 27778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50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PnP camera-pose estimation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31920" y="40507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123944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123944"/>
            <a:ext cx="2331720" cy="164592"/>
          </a:xfrm>
          <a:prstGeom prst="roundRect">
            <a:avLst>
              <a:gd name="adj" fmla="val 27778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89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lookup + step context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31920" y="43891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462272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462272"/>
            <a:ext cx="777240" cy="164592"/>
          </a:xfrm>
          <a:prstGeom prst="roundRect">
            <a:avLst>
              <a:gd name="adj" fmla="val 27778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274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selection (24 variants)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31920" y="47274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800600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800600"/>
            <a:ext cx="777240" cy="164592"/>
          </a:xfrm>
          <a:prstGeom prst="roundRect">
            <a:avLst>
              <a:gd name="adj" fmla="val 27778"/>
            </a:avLst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0657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stream cloud → phone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31920" y="506577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5138928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5138928"/>
            <a:ext cx="3108960" cy="164592"/>
          </a:xfrm>
          <a:prstGeom prst="roundRect">
            <a:avLst>
              <a:gd name="adj" fmla="val 27778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4041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→ glasses HUD (BLE)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31920" y="54041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477256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5477256"/>
            <a:ext cx="1243584" cy="164592"/>
          </a:xfrm>
          <a:prstGeom prst="roundRect">
            <a:avLst>
              <a:gd name="adj" fmla="val 27778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742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HUD render + voice + haptic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931920" y="5742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 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5815584"/>
            <a:ext cx="7772400" cy="164592"/>
          </a:xfrm>
          <a:prstGeom prst="roundRect">
            <a:avLst>
              <a:gd name="adj" fmla="val 27778"/>
            </a:avLst>
          </a:prstGeom>
          <a:solidFill>
            <a:srgbClr val="1E2A40"/>
          </a:solidFill>
          <a:ln w="6350">
            <a:solidFill>
              <a:srgbClr val="2C385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5815584"/>
            <a:ext cx="1865376" cy="164592"/>
          </a:xfrm>
          <a:prstGeom prst="roundRect">
            <a:avLst>
              <a:gd name="adj" fmla="val 27778"/>
            </a:avLst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61722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2A40"/>
          </a:solidFill>
          <a:ln w="9525">
            <a:solidFill>
              <a:srgbClr val="E07B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6263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91640" y="6263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 ms  (1.5s)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72000" y="6263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Budget: 3000 ms — headroom 1500 ms for cold-start, weak cellular, content size variance.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125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Update-125 Features Become Field IQ Features.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the core loop. Each of these is a Meta capability we adopt rather than build.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51760"/>
            <a:ext cx="7315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816352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1635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770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recording (POV + HUD)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2816352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816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724912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pack now includes worker's HUD overlay, not just POV. Replays in Monitor look like the worker's real experience.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01568"/>
            <a:ext cx="73152" cy="658368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66160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661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for phone calls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12080" y="356616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34747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in high-noise environments can READ guidance, not just hear it. Drop-in for the voice channel when ambient noise &gt; 85 dB.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5137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51376"/>
            <a:ext cx="73152" cy="658368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15968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159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42702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+ voice navigation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212080" y="4315968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3159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422452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large facilities (refinery footprint is square miles), Field IQ guides the worker TO the equipment, not just AT 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901184"/>
            <a:ext cx="73152" cy="658368"/>
          </a:xfrm>
          <a:prstGeom prst="rect">
            <a:avLst/>
          </a:prstGeom>
          <a:solidFill>
            <a:srgbClr val="E0625C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065776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065776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83080" y="502005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group video w/ POV camera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212080" y="5065776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5065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4974336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escalation path. Worker hits a panic phrase, supervisor + safety lead join a group call seeing the POV.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65099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650992"/>
            <a:ext cx="73152" cy="658368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5815584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815584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83080" y="57698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handwriting (iOS, cross-app)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212080" y="5815584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58155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5724144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add freeform notes ("weird bearing noise on V-205") without removing gloves or PPE. Notes attach to the session.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Hobbyists Built These in Days. We Have Months.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Web Apps SDK is two weeks old at the time of writing. Look what's already running on the glasses.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54864" cy="1051560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video player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video playback on the in-lens HUD.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26974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2697480"/>
            <a:ext cx="54864" cy="1051560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31546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Two-player game with neural-gesture moves.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26974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2697480"/>
            <a:ext cx="54864" cy="1051560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2834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 Mario Bros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84464" y="31546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Side-scrolling game with EMG controls.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86200"/>
            <a:ext cx="54864" cy="1051560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Brick Breaker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 arcade game adapted to HUD + Neural Band.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5112" y="388620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3886200"/>
            <a:ext cx="54864" cy="1051560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(card-flip)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07992" y="4343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game using pinch gestures.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388620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3886200"/>
            <a:ext cx="54864" cy="1051560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4023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Aviation navigation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84464" y="4343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HUD with attitude indicator + heading.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074920"/>
            <a:ext cx="54864" cy="1051560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12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Aviation flight tracker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532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GPS-aware overlay showing planes overhead with flight metadata.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5112" y="507492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112" y="5074920"/>
            <a:ext cx="54864" cy="1051560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5212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transit navigation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07992" y="5532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route overlay with live arrival times.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01584" y="507492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01584" y="5074920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5212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Grocery list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84464" y="55321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Voice-add + check-off with neural pinch.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hobbyist can ship chess on a developer-preview SDK in a weekend, EON AI Ventures can ship LOTO-V204 in a quarter.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HARDWARE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Modalities. One Worker. Zero Hands Off Equipment.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workers have gloves on, ear protection, sometimes a respirator. The Meta combo is the only smart-glasses platform that addresses all three.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9428" y="269748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697480"/>
            <a:ext cx="361188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♪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23748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3748" y="4251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Open-ear speakers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48" y="4572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hears the instruction in their ear. Speakers are directional — only the worker hears. No earbuds, no occlusion of safety sounds.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748" y="5394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""Open breaker BR-04. On the panel to your left. Switch to OFF.""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9908" y="269748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9908" y="2697480"/>
            <a:ext cx="36118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4228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564228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64228" y="4251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In-lens monocular HUD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64228" y="4572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image, motion clip, or text overlay on the glass. Looks like a 600×600 monocular HUD in mid-field. Doesn't occlude the equipment.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64228" y="5394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"Reference photo of BR-04 + coral arrow showing direction."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0388" y="269748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0388" y="2697480"/>
            <a:ext cx="3611880" cy="73152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4708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⌑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8404708" y="3886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04708" y="4251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Band haptic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04708" y="4572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Pinch confirms. Swipe navigates. Pulse vibrations confirm proceed or warn. Works through gloves, under PPE. Discreet to bystanders.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04708" y="5394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"Single pulse = step verified. Triple pulse = STOP."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Pro is too fragile and expensive for industrial use. HoloLens is discontinued. Camera-only smart glasses (Ray-Ban Wayfarer Gen 1/2, Oakley HSTN) have no HUD. The Display + Neural Band combo is unique.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When the AI Is Wrong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question a safety engineer asks. Five answers, written into the architecture from day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73152" cy="566928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791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misidentifies the equipment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0" y="267919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confidence (&lt; 0.6) → Field IQ asks the worker to confirm before proceeding. Worker can override. Mismatch logged for retraining.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27832"/>
            <a:ext cx="73152" cy="566928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009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confidence drops mid-procedure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330098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Walk-through mode auto-engages even if worker chose stand-by. Voice prompts increase. Supervisor gets a soft alert in Monitor.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49624"/>
            <a:ext cx="73152" cy="566928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227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thinks the work is wrong (but worker is right)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392277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overrides with voice ("I know, continue"). Override logged. Master technician reviews override patterns weekly.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71416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71416"/>
            <a:ext cx="73152" cy="566928"/>
          </a:xfrm>
          <a:prstGeom prst="rect">
            <a:avLst/>
          </a:prstGeom>
          <a:solidFill>
            <a:srgbClr val="E0625C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misses a hazard the worker should be warned about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454456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alert from Monitor's safety model takes priority. Three-channel intervention: HUD red, urgent voice, triple haptic. Worker cannot ignore.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93208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93208"/>
            <a:ext cx="73152" cy="566928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66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drops mid-session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51663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 falls back to offline cache. Procedure continues; events queue for upload. Session marked "degraded" in Monitor.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715000"/>
            <a:ext cx="73152" cy="566928"/>
          </a:xfrm>
          <a:prstGeom prst="rect">
            <a:avLst/>
          </a:prstGeom>
          <a:solidFill>
            <a:srgbClr val="E0625C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88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catastrophically wrong — wrong equipment, wrong procedure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578815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Pre-contact intervention (slide 11). Triple-channel STOP fires before contact. Supervisor paged automatically.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IQ's guiding principle: the AI is a copilot, never the pilot. The worker can always override. The audit log records the choice.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Don't Yet Have. How We Mitigate.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customer's technical due-diligence team finds something we didn't disclose, we lose trust. So we lead with the risks.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7860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78608"/>
            <a:ext cx="73152" cy="658368"/>
          </a:xfrm>
          <a:prstGeom prst="rect">
            <a:avLst/>
          </a:prstGeom>
          <a:solidFill>
            <a:srgbClr val="E0625C"/>
          </a:solidFill>
          <a:ln w="12700">
            <a:solidFill>
              <a:srgbClr val="E062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517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8712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Display is not intrinsically safe (IS-rated) for Class I Div 2 hazardous areas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2651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28712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enter hot work zones without protection.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4380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43800" y="28712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Aegex or Xciel for an IS-certified case OR scope first pilot to non-classified areas (training bays, control rooms, L&amp;D).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91840"/>
            <a:ext cx="73152" cy="658368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649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5844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Battery life ~8 hours; full 12-hour shift requires rotation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3364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3584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swaps glasses at lunch.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43800" y="3364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35844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Charging case in the break room. Procedure designed around 4-hour blocks. Worker assignment to Field IQ-enabled sessions is intentional, not always-on.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0507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05072"/>
            <a:ext cx="73152" cy="658368"/>
          </a:xfrm>
          <a:prstGeom prst="rect">
            <a:avLst/>
          </a:prstGeom>
          <a:solidFill>
            <a:srgbClr val="F0B23A"/>
          </a:solidFill>
          <a:ln w="12700">
            <a:solidFill>
              <a:srgbClr val="F0B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782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B2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Apps SDK and DAT SDK are in developer preview, not GA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40782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surface may change before production stability.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43800" y="40782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4297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abstraction layer (FieldIQ SDK Adapter) so our code targets a stable interface. When Meta GAs, swap the adapter.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71830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718304"/>
            <a:ext cx="7315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914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5010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video streaming is not supported — only on-demand stills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791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50109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can't watch the worker's POV continuously.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43800" y="47914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3800" y="50109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IQ's design uses still captures at decision moments (already validated in the 11-step loop). We don't need continuous video.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431536"/>
            <a:ext cx="73152" cy="658368"/>
          </a:xfrm>
          <a:prstGeom prst="rect">
            <a:avLst/>
          </a:prstGeom>
          <a:solidFill>
            <a:srgbClr val="B284E6"/>
          </a:solidFill>
          <a:ln w="12700">
            <a:solidFill>
              <a:srgbClr val="B284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5046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8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57241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is a consumer brand; enterprise data sovereignty is not their core posture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5504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57241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infosec teams will challenge data flow.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43800" y="5504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43800" y="57241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Field IQ data stays inside the Field IQ Cloud tenant. Meta's path is bytes through their BLE stack to the glasses — no Meta cloud involvement. Documented in the security model.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+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Data Lives. What Meta Sees. What We Sign.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 your customer's CISO will ask for. We have it ready.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9428" y="27432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8" y="2743200"/>
            <a:ext cx="3611880" cy="7315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48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GLASSES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3748" y="3291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hardware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3748" y="3657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3748" y="3886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Active session UI (RAM only)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3748" y="41605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Display recording buffer (~minutes)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3748" y="44348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Captured frame in flight (~seconds)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3748" y="48920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3748" y="51206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persistent procedure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3748" y="53949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worker identity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3748" y="5669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audit log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89908" y="27432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9908" y="2743200"/>
            <a:ext cx="3611880" cy="73152"/>
          </a:xfrm>
          <a:prstGeom prst="rect">
            <a:avLst/>
          </a:prstGeom>
          <a:solidFill>
            <a:srgbClr val="5BA8D6"/>
          </a:solidFill>
          <a:ln w="12700">
            <a:solidFill>
              <a:srgbClr val="5BA8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4228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A8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iPHONE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4228" y="3291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 Setup 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64228" y="3657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64228" y="3886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Encrypted procedure cache (offline)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64228" y="41605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Session event queue (offline)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64228" y="44348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Worker identity (SSO token)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64228" y="47091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Device pairing keys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64228" y="51663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64228" y="53949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data shared with Meta apps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64228" y="5669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data leaves iPhone except to Field IQ Cloud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0388" y="27432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52033"/>
          </a:solidFill>
          <a:ln w="9525">
            <a:solidFill>
              <a:srgbClr val="2C3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0388" y="2743200"/>
            <a:ext cx="3611880" cy="73152"/>
          </a:xfrm>
          <a:prstGeom prst="rect">
            <a:avLst/>
          </a:prstGeom>
          <a:solidFill>
            <a:srgbClr val="E07B47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4708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CLOUD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04708" y="3291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IQ Cloud (customer tenant)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04708" y="3657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04708" y="3886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Procedure registry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4708" y="41605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Session events (full log)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04708" y="44348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Audit packs (signed)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04708" y="47091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Edge-case archive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04708" y="51663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62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04708" y="53949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Tenant isolation enforced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04708" y="5669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Customer can self-host (Phase 6)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04708" y="59436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GDPR + SOC 2 path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Meta's role is a transport — bytes through their BLE stack to the HUD. No frames, audio, or audit data ever lands in Meta's cloud.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Meta Ray-Ban Display + Neural Band Wins for Industrial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evaluated every smart-glasses + AR-headset platform shipping in 2026. This combo is uniquely suited.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49240" y="2697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95160" y="26974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92440" y="26974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55480" y="2697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2C3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1E2A40"/>
          </a:solidFill>
          <a:ln w="12700">
            <a:solidFill>
              <a:srgbClr val="E07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Ray-Ban Display + Neural Band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In-lens HUD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31089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EMG (gloves OK)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95160" y="31089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92440" y="3108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Sunglasses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55480" y="3108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6667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Vision Pro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0" y="366674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Full immersive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9240" y="366674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Hand tracking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95160" y="3666744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$3,499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92440" y="366674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Ski-goggle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55480" y="366674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224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HoloLens 2 (discontinued 2025)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0" y="42245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AR overlay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9240" y="42245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Hand tracking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5160" y="4224528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$3,500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92440" y="42245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Helmet-style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55480" y="4224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7823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Ray-Ban Meta (camera-only)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57600" y="47823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HUD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49240" y="478231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only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95160" y="478231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92440" y="47823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Sunglasses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555480" y="478231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34009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Oakley Meta HSTN AI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657600" y="53400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 No HUD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534009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only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534009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92440" y="534009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 frame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55480" y="534009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5897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 Spectacles (developer)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657600" y="5897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AR overlay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49240" y="58978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 + voice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95160" y="58978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$99/mo lease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092440" y="5897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55480" y="5897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Neural Band is the unfair advantage. No competitor has an EMG input that works through industrial gloves.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 — In Plain Language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The product is buildable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5146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shipped the hardware, shipped the SDKs, and the community shipped chess and YouTube as proofs. We aren't waiting for anything.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The hard part is Genesis, not the glasses.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Authoring the digital twin and the per-step animation library is where EON AI Ventures' decade of work pays off. The glasses just deliver what Genesis already produces.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The 3-second loop is real and budgeted.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+ cloud + delivery fits inside 1.5 seconds with the breakdown on slide 8 — we have 1.5 seconds of headroom for the unexpected.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Failure modes are addressed by design.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a copilot, never the pilot. Confidence thresholds, supervisor override, pre-contact intervention, append-only audit log. Slide 12 details each path.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7B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 The risks we DO carry are named, scoped, and mitigated.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80644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certification (partner path), battery (rotation), SDK GA timing (abstraction layer), data sovereignty (Field IQ Cloud tenant). Slide 13 details each.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1E2A40"/>
          </a:solidFill>
          <a:ln w="9525">
            <a:solidFill>
              <a:srgbClr val="E07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 starts this week. Pilot scoping with Exxon kicks off in month 4. We ship.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EON AI VENTURES   ·   FIELD IQ   ·   TECHNICAL FEASIBILITY APPENDIX   ·   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IQ × Meta Ray-Ban Display — Technical Feasibility</dc:title>
  <dc:subject>PptxGenJS Presentation</dc:subject>
  <dc:creator>Claude Cowork · EON AI Ventures</dc:creator>
  <cp:lastModifiedBy>Claude Cowork · EON AI Ventures</cp:lastModifiedBy>
  <cp:revision>1</cp:revision>
  <dcterms:created xsi:type="dcterms:W3CDTF">2026-05-26T01:05:16Z</dcterms:created>
  <dcterms:modified xsi:type="dcterms:W3CDTF">2026-05-26T01:05:16Z</dcterms:modified>
</cp:coreProperties>
</file>